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37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m Girkabai" userId="2995c45cb4bd96dd" providerId="LiveId" clId="{B5FD6957-F6CC-4EA8-9057-221AE2881C70}"/>
    <pc:docChg chg="undo redo custSel addSld delSld modSld">
      <pc:chgData name="Abhiram Girkabai" userId="2995c45cb4bd96dd" providerId="LiveId" clId="{B5FD6957-F6CC-4EA8-9057-221AE2881C70}" dt="2026-08-10T14:59:15.369" v="94" actId="22"/>
      <pc:docMkLst>
        <pc:docMk/>
      </pc:docMkLst>
      <pc:sldChg chg="modSp mod">
        <pc:chgData name="Abhiram Girkabai" userId="2995c45cb4bd96dd" providerId="LiveId" clId="{B5FD6957-F6CC-4EA8-9057-221AE2881C70}" dt="2026-08-10T14:54:45.198" v="2" actId="20577"/>
        <pc:sldMkLst>
          <pc:docMk/>
          <pc:sldMk cId="0" sldId="257"/>
        </pc:sldMkLst>
        <pc:spChg chg="mod">
          <ac:chgData name="Abhiram Girkabai" userId="2995c45cb4bd96dd" providerId="LiveId" clId="{B5FD6957-F6CC-4EA8-9057-221AE2881C70}" dt="2026-08-10T14:54:45.198" v="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4:42.491" v="0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Abhiram Girkabai" userId="2995c45cb4bd96dd" providerId="LiveId" clId="{B5FD6957-F6CC-4EA8-9057-221AE2881C70}" dt="2026-08-10T14:56:04.227" v="34" actId="20577"/>
        <pc:sldMkLst>
          <pc:docMk/>
          <pc:sldMk cId="0" sldId="258"/>
        </pc:sldMkLst>
        <pc:spChg chg="mod">
          <ac:chgData name="Abhiram Girkabai" userId="2995c45cb4bd96dd" providerId="LiveId" clId="{B5FD6957-F6CC-4EA8-9057-221AE2881C70}" dt="2026-08-10T14:56:04.227" v="34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5:02.198" v="5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5:35.504" v="26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Abhiram Girkabai" userId="2995c45cb4bd96dd" providerId="LiveId" clId="{B5FD6957-F6CC-4EA8-9057-221AE2881C70}" dt="2026-08-10T14:57:47.636" v="86" actId="20577"/>
        <pc:sldMkLst>
          <pc:docMk/>
          <pc:sldMk cId="0" sldId="259"/>
        </pc:sldMkLst>
        <pc:spChg chg="mod">
          <ac:chgData name="Abhiram Girkabai" userId="2995c45cb4bd96dd" providerId="LiveId" clId="{B5FD6957-F6CC-4EA8-9057-221AE2881C70}" dt="2026-08-10T14:56:58.439" v="51" actId="6549"/>
          <ac:spMkLst>
            <pc:docMk/>
            <pc:sldMk cId="0" sldId="259"/>
            <ac:spMk id="2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7:04.200" v="52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7:07.439" v="54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7:28.610" v="68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bhiram Girkabai" userId="2995c45cb4bd96dd" providerId="LiveId" clId="{B5FD6957-F6CC-4EA8-9057-221AE2881C70}" dt="2026-08-10T14:57:47.636" v="86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Abhiram Girkabai" userId="2995c45cb4bd96dd" providerId="LiveId" clId="{B5FD6957-F6CC-4EA8-9057-221AE2881C70}" dt="2026-08-10T14:58:09.718" v="88" actId="20577"/>
        <pc:sldMkLst>
          <pc:docMk/>
          <pc:sldMk cId="0" sldId="260"/>
        </pc:sldMkLst>
        <pc:spChg chg="mod">
          <ac:chgData name="Abhiram Girkabai" userId="2995c45cb4bd96dd" providerId="LiveId" clId="{B5FD6957-F6CC-4EA8-9057-221AE2881C70}" dt="2026-08-10T14:58:09.718" v="88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new add del mod">
        <pc:chgData name="Abhiram Girkabai" userId="2995c45cb4bd96dd" providerId="LiveId" clId="{B5FD6957-F6CC-4EA8-9057-221AE2881C70}" dt="2026-08-10T14:59:15.369" v="94" actId="22"/>
        <pc:sldMkLst>
          <pc:docMk/>
          <pc:sldMk cId="1240910470" sldId="263"/>
        </pc:sldMkLst>
        <pc:spChg chg="add">
          <ac:chgData name="Abhiram Girkabai" userId="2995c45cb4bd96dd" providerId="LiveId" clId="{B5FD6957-F6CC-4EA8-9057-221AE2881C70}" dt="2026-08-10T14:58:34.212" v="92" actId="22"/>
          <ac:spMkLst>
            <pc:docMk/>
            <pc:sldMk cId="1240910470" sldId="263"/>
            <ac:spMk id="3" creationId="{2169130B-84CE-3168-7B8A-BBCB425D2B5A}"/>
          </ac:spMkLst>
        </pc:spChg>
        <pc:spChg chg="add">
          <ac:chgData name="Abhiram Girkabai" userId="2995c45cb4bd96dd" providerId="LiveId" clId="{B5FD6957-F6CC-4EA8-9057-221AE2881C70}" dt="2026-08-10T14:58:34.212" v="92" actId="22"/>
          <ac:spMkLst>
            <pc:docMk/>
            <pc:sldMk cId="1240910470" sldId="263"/>
            <ac:spMk id="5" creationId="{D6D19947-5C7D-6E6A-DAF2-F4FD939BB1EF}"/>
          </ac:spMkLst>
        </pc:spChg>
        <pc:spChg chg="add">
          <ac:chgData name="Abhiram Girkabai" userId="2995c45cb4bd96dd" providerId="LiveId" clId="{B5FD6957-F6CC-4EA8-9057-221AE2881C70}" dt="2026-08-10T14:58:34.212" v="92" actId="22"/>
          <ac:spMkLst>
            <pc:docMk/>
            <pc:sldMk cId="1240910470" sldId="263"/>
            <ac:spMk id="7" creationId="{7A5BE529-D0C7-A783-5A4C-3C85A6056A48}"/>
          </ac:spMkLst>
        </pc:spChg>
        <pc:spChg chg="add">
          <ac:chgData name="Abhiram Girkabai" userId="2995c45cb4bd96dd" providerId="LiveId" clId="{B5FD6957-F6CC-4EA8-9057-221AE2881C70}" dt="2026-08-10T14:58:34.212" v="92" actId="22"/>
          <ac:spMkLst>
            <pc:docMk/>
            <pc:sldMk cId="1240910470" sldId="263"/>
            <ac:spMk id="9" creationId="{C212C8D2-D241-969B-89FF-BECD3BD70761}"/>
          </ac:spMkLst>
        </pc:spChg>
        <pc:spChg chg="add del">
          <ac:chgData name="Abhiram Girkabai" userId="2995c45cb4bd96dd" providerId="LiveId" clId="{B5FD6957-F6CC-4EA8-9057-221AE2881C70}" dt="2026-08-10T14:59:15.369" v="94" actId="22"/>
          <ac:spMkLst>
            <pc:docMk/>
            <pc:sldMk cId="1240910470" sldId="263"/>
            <ac:spMk id="11" creationId="{5214F0F5-D20E-75AE-0A4B-F12D72CFF9FF}"/>
          </ac:spMkLst>
        </pc:spChg>
        <pc:spChg chg="add del">
          <ac:chgData name="Abhiram Girkabai" userId="2995c45cb4bd96dd" providerId="LiveId" clId="{B5FD6957-F6CC-4EA8-9057-221AE2881C70}" dt="2026-08-10T14:59:15.369" v="94" actId="22"/>
          <ac:spMkLst>
            <pc:docMk/>
            <pc:sldMk cId="1240910470" sldId="263"/>
            <ac:spMk id="13" creationId="{31CB6359-0434-9FC7-3481-79471FD8DE09}"/>
          </ac:spMkLst>
        </pc:spChg>
        <pc:spChg chg="add del">
          <ac:chgData name="Abhiram Girkabai" userId="2995c45cb4bd96dd" providerId="LiveId" clId="{B5FD6957-F6CC-4EA8-9057-221AE2881C70}" dt="2026-08-10T14:59:15.369" v="94" actId="22"/>
          <ac:spMkLst>
            <pc:docMk/>
            <pc:sldMk cId="1240910470" sldId="263"/>
            <ac:spMk id="15" creationId="{F65C1130-9B70-09DC-91C6-E16CBC3EB5CB}"/>
          </ac:spMkLst>
        </pc:spChg>
        <pc:spChg chg="add del">
          <ac:chgData name="Abhiram Girkabai" userId="2995c45cb4bd96dd" providerId="LiveId" clId="{B5FD6957-F6CC-4EA8-9057-221AE2881C70}" dt="2026-08-10T14:59:15.369" v="94" actId="22"/>
          <ac:spMkLst>
            <pc:docMk/>
            <pc:sldMk cId="1240910470" sldId="263"/>
            <ac:spMk id="17" creationId="{EAF92442-BBBC-8CF6-4CA9-B8DFB67B55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A580C"/>
                </a:solidFill>
                <a:latin typeface="Arial"/>
              </a:defRPr>
            </a:pPr>
            <a:r>
              <a:t>🤖 SUPPORT AI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AI-Powered IT Support Ticket Management System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Integrating Llama 3.2 Chatbot, SQLite Analytics, and High-Fidelity Dashboard</a:t>
            </a:r>
          </a:p>
          <a:p>
            <a:pPr>
              <a:spcBef>
                <a:spcPts val="3000"/>
              </a:spcBef>
              <a:defRPr sz="1200" b="1">
                <a:solidFill>
                  <a:srgbClr val="EA580C"/>
                </a:solidFill>
                <a:latin typeface="Arial"/>
              </a:defRPr>
            </a:pPr>
            <a:r>
              <a:t>Project Overview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The IT Support Bottleneck &amp;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000" b="1">
                <a:solidFill>
                  <a:srgbClr val="EA580C"/>
                </a:solidFill>
                <a:latin typeface="Arial"/>
              </a:defRPr>
            </a:pPr>
            <a:r>
              <a:rPr dirty="0"/>
              <a:t>The Bottlenecks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Manual Ticket Categorization: IT staff waste hours checking and classifying incoming issues manually.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Repetitive Queries: Technicians spend time answering duplicate employee questions instead of solving core bugs.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Disconnected History: Past resolved ticket solutions exist in logs but are never recycled for live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000" b="1">
                <a:solidFill>
                  <a:srgbClr val="EA580C"/>
                </a:solidFill>
                <a:latin typeface="Arial"/>
              </a:defRPr>
            </a:pPr>
            <a:r>
              <a:rPr dirty="0"/>
              <a:t> The Support AI Answer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AI Auto-Classification: Auto-detects category (e.g. Network, Hardware, Software) and priority via local AI model.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Contextual AI Copilot: Embeds a chatbot right inside the ticket view to guide employees using database history.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Zero-Waste Resolutions: Auto-injects past ticket remarks into Llama 3.2 prompt context to offer pre-validated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lang="en-IN" dirty="0"/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r>
              <a:rPr dirty="0"/>
              <a:t>React Frontend</a:t>
            </a:r>
            <a:endParaRPr lang="en-IN" dirty="0"/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dirty="0"/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rPr dirty="0"/>
              <a:t>Interactive Client Portal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▫️ React State Machine: Handles view switching, ticket tracking, and connection diagnostics.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▫️ Peach Matte Style Guide: Soft peach backdrop, high-contrast black borders, smooth pill badges, and hover animations.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▫️ Dynamic Dashboards: Tabbed layout toggling Employee Forms, Technician Queues, and AI Admin 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r>
              <a:rPr dirty="0"/>
              <a:t>Express</a:t>
            </a:r>
            <a:r>
              <a:rPr lang="en-IN" dirty="0"/>
              <a:t> Backend</a:t>
            </a:r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dirty="0"/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rPr dirty="0"/>
              <a:t>Secure Database Server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▫️ RESTful API endpoints: Connects React to SQLite data pipelines (Fetch/Update/Resolve).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▫️ SQLite Storage: Stores employee profiles, ticket logs, priority metrics, and resolution remarks.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rPr dirty="0"/>
              <a:t>▫️ Leaderboard Aggregator: Runs real-time queries counting active vs resolved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r>
              <a:rPr dirty="0"/>
              <a:t>Local Llama 3.2</a:t>
            </a:r>
            <a:endParaRPr lang="en-IN" dirty="0"/>
          </a:p>
          <a:p>
            <a:pPr algn="ctr">
              <a:defRPr sz="1600" b="1">
                <a:solidFill>
                  <a:srgbClr val="EA580C"/>
                </a:solidFill>
                <a:latin typeface="Arial"/>
              </a:defRPr>
            </a:pPr>
            <a:endParaRPr dirty="0"/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rPr dirty="0" err="1"/>
              <a:t>Ollama</a:t>
            </a:r>
            <a:r>
              <a:rPr dirty="0"/>
              <a:t> Inference Engine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▫️ Locally Hosted Model: Runs llama3.2 VM at </a:t>
            </a:r>
            <a:endParaRPr lang="en-IN" dirty="0"/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▫️ Heuristic Prompts: System prompt parses current issue, similar threads, and resolved remarks.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▫️ Database Fallback: Uses rule-based backup regex </a:t>
            </a:r>
            <a:r>
              <a:rPr lang="en-IN" dirty="0"/>
              <a:t>categorisation</a:t>
            </a:r>
            <a:r>
              <a:rPr dirty="0"/>
              <a:t> if </a:t>
            </a:r>
            <a:r>
              <a:rPr lang="en-IN" dirty="0"/>
              <a:t>the </a:t>
            </a:r>
            <a:r>
              <a:rPr dirty="0" err="1"/>
              <a:t>Ollama</a:t>
            </a:r>
            <a:r>
              <a:rPr dirty="0"/>
              <a:t> server is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dirty="0"/>
              <a:t>Detail Page &amp; Vertical Chatbot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31306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72184"/>
            <a:ext cx="41148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EA580C"/>
                </a:solidFill>
                <a:latin typeface="Arial"/>
              </a:defRPr>
            </a:pPr>
            <a:r>
              <a:rPr dirty="0"/>
              <a:t>Ticket Details (Top Panel)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• Normal position and normal size at the top of the stack</a:t>
            </a:r>
            <a:br>
              <a:rPr dirty="0"/>
            </a:br>
            <a:r>
              <a:rPr dirty="0"/>
              <a:t>• Shows u/employee, r/category, and priority badges</a:t>
            </a:r>
            <a:br>
              <a:rPr dirty="0"/>
            </a:br>
            <a:r>
              <a:rPr dirty="0"/>
              <a:t>• Houses a dark slate compact Ticket Description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23260"/>
            <a:ext cx="41148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EA580C"/>
                </a:solidFill>
                <a:latin typeface="Arial"/>
              </a:defRPr>
            </a:pPr>
            <a:r>
              <a:rPr lang="en-IN" dirty="0"/>
              <a:t>A</a:t>
            </a:r>
            <a:r>
              <a:rPr dirty="0"/>
              <a:t>I Chatbot (Bottom Panel)</a:t>
            </a:r>
            <a:endParaRPr lang="en-IN" dirty="0"/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rPr lang="en-IN" dirty="0"/>
              <a:t>•</a:t>
            </a:r>
            <a:r>
              <a:rPr dirty="0"/>
              <a:t> Positioned below details to stretch horizontally for chat lines</a:t>
            </a:r>
            <a:br>
              <a:rPr dirty="0"/>
            </a:br>
            <a:r>
              <a:rPr dirty="0"/>
              <a:t>• Standard tall height (600px) giving ample text reading room</a:t>
            </a:r>
            <a:br>
              <a:rPr dirty="0"/>
            </a:br>
            <a:r>
              <a:rPr dirty="0"/>
              <a:t>• Houses a clean scrolling messages board and text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0770" y="1426464"/>
            <a:ext cx="384048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800" b="1">
                <a:solidFill>
                  <a:srgbClr val="EA580C"/>
                </a:solidFill>
                <a:latin typeface="Arial"/>
              </a:defRPr>
            </a:pPr>
            <a:r>
              <a:rPr dirty="0"/>
              <a:t>On-Demand Context Engine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Hidden Initially: The user is not overwhelmed by previous tickets listings before starting to chat.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Dynamic Query Triggers: When the user asks a question, Llama 3.2 is fed the details of the active ticket and matches similar past resolved tickets.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Inline Recommendations: The list of past threads and resolutions is returned inside the chatbot log message.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rPr lang="en-IN" dirty="0"/>
              <a:t>- </a:t>
            </a:r>
            <a:r>
              <a:rPr dirty="0"/>
              <a:t>Smart Fallback: If local </a:t>
            </a:r>
            <a:r>
              <a:rPr dirty="0" err="1"/>
              <a:t>Ollama</a:t>
            </a:r>
            <a:r>
              <a:rPr dirty="0"/>
              <a:t> VM is offline, search rules query SQLite database logs and display recent fixes in the chat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dirty="0"/>
              <a:t>AI Analysis &amp; Executive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rPr dirty="0"/>
              <a:t>Priority Distribution</a:t>
            </a:r>
          </a:p>
          <a:p>
            <a:pPr>
              <a:spcBef>
                <a:spcPts val="800"/>
              </a:spcBef>
              <a:defRPr sz="1100" b="1">
                <a:solidFill>
                  <a:srgbClr val="EA580C"/>
                </a:solidFill>
                <a:latin typeface="Arial"/>
              </a:defRPr>
            </a:pPr>
            <a:r>
              <a:rPr dirty="0"/>
              <a:t>Premium Donut Visualization: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Thick segment rings: 36px stroke width layout instead of thin lines.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Curated visual elements: Uses premium linear gradients to match our slate-orange color system.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Responsive SVG arcs: Built with custom SVG stroke </a:t>
            </a:r>
            <a:r>
              <a:rPr dirty="0" err="1"/>
              <a:t>dasharrays</a:t>
            </a:r>
            <a:r>
              <a:rPr dirty="0"/>
              <a:t> and smooth rounded caps.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Interactive Legend: Pill-shaped indicators displaying real-time percentages of Critical/High/Medium/Low priority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800" b="1">
                <a:solidFill>
                  <a:srgbClr val="EA580C"/>
                </a:solidFill>
                <a:latin typeface="Arial"/>
              </a:defRPr>
            </a:pPr>
            <a:r>
              <a:t>📊 Category Breakdown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Vertical Bar Chart Visualization: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Clean structure: Removed messy line charts and replaced with premium vertical bar grids.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Rounded top corners: Soft borders blending cleanly with the UI.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Gradient bars: Smooth color fades from orange to dark orange representing ticket volumes.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Grid guidance: Subtle dashed background guide rules to track relative scale of Network, Hardware, and Software tickets.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Robust Offline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640080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000" b="1">
                <a:solidFill>
                  <a:srgbClr val="EA580C"/>
                </a:solidFill>
                <a:latin typeface="Arial"/>
              </a:defRPr>
            </a:pPr>
            <a:r>
              <a:t>🛡️ Multi-Tier Offline Protection Heuristics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✔️ Diagnostic Indicators: Real-time UI alerts checking database and Ollama VM statuses, warning users if a server goes offline.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✔️ Fallback Local Router: Automatically parses ticket categories and sets priorities using local regex matches if Ollama connection is lost during submission.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✔️ Fallback Database Chat Queries: Chatbot runs keyword matching against SQLite resolved tickets when local Ollama VM is unreachable.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✔️ Zero Crashing Guarantee: Gracefully notifies user of status instead of stalling UI elements or crashing API calls.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580C"/>
                </a:solidFill>
                <a:latin typeface="Arial"/>
              </a:defRPr>
            </a:pPr>
            <a:r>
              <a:t>🤖 Project Summary</a:t>
            </a:r>
          </a:p>
          <a:p>
            <a:pPr>
              <a:spcBef>
                <a:spcPts val="15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Successfully delivered a modern, AI-integrated ticketing platform featuring a premium Peach Matte design, secure Admin panels, local Llama 3.2 chatbot assistance, and database fallback search tools.</a:t>
            </a:r>
          </a:p>
          <a:p>
            <a:pPr algn="ctr">
              <a:spcBef>
                <a:spcPts val="3000"/>
              </a:spcBef>
              <a:defRPr sz="2000" b="1">
                <a:solidFill>
                  <a:srgbClr val="EA580C"/>
                </a:solidFill>
                <a:latin typeface="Arial"/>
              </a:defRPr>
            </a:pPr>
            <a:r>
              <a:t>Thank You! Questions &amp; Answers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69130B-84CE-3168-7B8A-BBCB425D2B5A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AI Analysis &amp; Executive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19947-5C7D-6E6A-DAF2-F4FD939BB1EF}"/>
              </a:ext>
            </a:extLst>
          </p:cNvPr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A5BE529-D0C7-A783-5A4C-3C85A6056A48}"/>
              </a:ext>
            </a:extLst>
          </p:cNvPr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rPr dirty="0"/>
              <a:t>Priority Distribution</a:t>
            </a:r>
          </a:p>
          <a:p>
            <a:pPr>
              <a:spcBef>
                <a:spcPts val="800"/>
              </a:spcBef>
              <a:defRPr sz="1100" b="1">
                <a:solidFill>
                  <a:srgbClr val="EA580C"/>
                </a:solidFill>
                <a:latin typeface="Arial"/>
              </a:defRPr>
            </a:pPr>
            <a:r>
              <a:rPr dirty="0"/>
              <a:t>Premium Donut Visualization: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Thick segment rings: 36px stroke width layout instead of thin lines.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Curated visual elements: Uses premium linear gradients to match our slate-orange color system.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Responsive SVG arcs: Built with custom SVG stroke </a:t>
            </a:r>
            <a:r>
              <a:rPr dirty="0" err="1"/>
              <a:t>dasharrays</a:t>
            </a:r>
            <a:r>
              <a:rPr dirty="0"/>
              <a:t> and smooth rounded caps.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• Interactive Legend: Pill-shaped indicators displaying real-time percentages of Critical/High/Medium/Low priority runs.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C212C8D2-D241-969B-89FF-BECD3BD70761}"/>
              </a:ext>
            </a:extLst>
          </p:cNvPr>
          <p:cNvSpPr/>
          <p:nvPr/>
        </p:nvSpPr>
        <p:spPr>
          <a:xfrm>
            <a:off x="4846320" y="1371600"/>
            <a:ext cx="3840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800" b="1">
                <a:solidFill>
                  <a:srgbClr val="EA580C"/>
                </a:solidFill>
                <a:latin typeface="Arial"/>
              </a:defRPr>
            </a:pPr>
            <a:r>
              <a:t>📊 Category Breakdown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Vertical Bar Chart Visualization: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Clean structure: Removed messy line charts and replaced with premium vertical bar grids.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Rounded top corners: Soft borders blending cleanly with the UI.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Gradient bars: Smooth color fades from orange to dark orange representing ticket volumes.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• Grid guidance: Subtle dashed background guide rules to track relative scale of Network, Hardware, and Software tickets.</a:t>
            </a:r>
          </a:p>
        </p:txBody>
      </p:sp>
    </p:spTree>
    <p:extLst>
      <p:ext uri="{BB962C8B-B14F-4D97-AF65-F5344CB8AC3E}">
        <p14:creationId xmlns:p14="http://schemas.microsoft.com/office/powerpoint/2010/main" val="124091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943</Words>
  <Application>Microsoft Office PowerPoint</Application>
  <PresentationFormat>On-screen Show (16:9)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Abhiram</dc:creator>
  <cp:keywords/>
  <dc:description>generated using python-pptx</dc:description>
  <cp:lastModifiedBy>Abhiram Girkabai</cp:lastModifiedBy>
  <cp:revision>1</cp:revision>
  <dcterms:created xsi:type="dcterms:W3CDTF">2013-01-27T09:14:16Z</dcterms:created>
  <dcterms:modified xsi:type="dcterms:W3CDTF">2026-08-10T14:59:38Z</dcterms:modified>
  <cp:category/>
</cp:coreProperties>
</file>